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64" r:id="rId4"/>
    <p:sldId id="270" r:id="rId5"/>
    <p:sldId id="259" r:id="rId6"/>
    <p:sldId id="260" r:id="rId7"/>
    <p:sldId id="265" r:id="rId8"/>
    <p:sldId id="261" r:id="rId9"/>
    <p:sldId id="267" r:id="rId10"/>
    <p:sldId id="268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C1FC32-4342-46E4-A5BC-4977F1CEBD8C}" v="121" dt="2026-08-14T12:22:31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y Desu" userId="6e3b8970c4585609" providerId="LiveId" clId="{30D33010-7ACC-45F4-879B-DDBB89D99A11}"/>
    <pc:docChg chg="undo custSel modSld">
      <pc:chgData name="Pranay Desu" userId="6e3b8970c4585609" providerId="LiveId" clId="{30D33010-7ACC-45F4-879B-DDBB89D99A11}" dt="2026-08-14T12:26:36.136" v="1539" actId="2710"/>
      <pc:docMkLst>
        <pc:docMk/>
      </pc:docMkLst>
      <pc:sldChg chg="addSp delSp modSp mod">
        <pc:chgData name="Pranay Desu" userId="6e3b8970c4585609" providerId="LiveId" clId="{30D33010-7ACC-45F4-879B-DDBB89D99A11}" dt="2026-08-14T11:54:01.422" v="780" actId="478"/>
        <pc:sldMkLst>
          <pc:docMk/>
          <pc:sldMk cId="0" sldId="258"/>
        </pc:sldMkLst>
        <pc:spChg chg="add del mod">
          <ac:chgData name="Pranay Desu" userId="6e3b8970c4585609" providerId="LiveId" clId="{30D33010-7ACC-45F4-879B-DDBB89D99A11}" dt="2026-08-14T05:19:37.343" v="7"/>
          <ac:spMkLst>
            <pc:docMk/>
            <pc:sldMk cId="0" sldId="258"/>
            <ac:spMk id="2" creationId="{7A88EA5B-BD36-FADA-9A36-D1557F900367}"/>
          </ac:spMkLst>
        </pc:spChg>
        <pc:spChg chg="add mod">
          <ac:chgData name="Pranay Desu" userId="6e3b8970c4585609" providerId="LiveId" clId="{30D33010-7ACC-45F4-879B-DDBB89D99A11}" dt="2026-08-14T05:23:26.123" v="157" actId="20577"/>
          <ac:spMkLst>
            <pc:docMk/>
            <pc:sldMk cId="0" sldId="258"/>
            <ac:spMk id="3" creationId="{C37AF233-0FB5-1CEC-74DE-10A0B38C2DE0}"/>
          </ac:spMkLst>
        </pc:spChg>
        <pc:spChg chg="add mod">
          <ac:chgData name="Pranay Desu" userId="6e3b8970c4585609" providerId="LiveId" clId="{30D33010-7ACC-45F4-879B-DDBB89D99A11}" dt="2026-08-14T06:09:33.371" v="703" actId="20577"/>
          <ac:spMkLst>
            <pc:docMk/>
            <pc:sldMk cId="0" sldId="258"/>
            <ac:spMk id="5" creationId="{99D45054-A554-F278-5EA9-EA66774FB095}"/>
          </ac:spMkLst>
        </pc:spChg>
        <pc:spChg chg="add mod">
          <ac:chgData name="Pranay Desu" userId="6e3b8970c4585609" providerId="LiveId" clId="{30D33010-7ACC-45F4-879B-DDBB89D99A11}" dt="2026-08-14T06:01:59.133" v="659" actId="1582"/>
          <ac:spMkLst>
            <pc:docMk/>
            <pc:sldMk cId="0" sldId="258"/>
            <ac:spMk id="8" creationId="{69C90F59-2082-47CE-7A71-7C8CC8C5FF2C}"/>
          </ac:spMkLst>
        </pc:spChg>
        <pc:spChg chg="add del">
          <ac:chgData name="Pranay Desu" userId="6e3b8970c4585609" providerId="LiveId" clId="{30D33010-7ACC-45F4-879B-DDBB89D99A11}" dt="2026-08-14T06:01:29.849" v="657" actId="478"/>
          <ac:spMkLst>
            <pc:docMk/>
            <pc:sldMk cId="0" sldId="258"/>
            <ac:spMk id="9" creationId="{F9611F16-2E7B-A36C-69CF-B3B6EC6FEC34}"/>
          </ac:spMkLst>
        </pc:spChg>
        <pc:spChg chg="mod">
          <ac:chgData name="Pranay Desu" userId="6e3b8970c4585609" providerId="LiveId" clId="{30D33010-7ACC-45F4-879B-DDBB89D99A11}" dt="2026-08-14T05:31:12.005" v="353"/>
          <ac:spMkLst>
            <pc:docMk/>
            <pc:sldMk cId="0" sldId="258"/>
            <ac:spMk id="1048594" creationId="{00000000-0000-0000-0000-000000000000}"/>
          </ac:spMkLst>
        </pc:spChg>
        <pc:spChg chg="mod">
          <ac:chgData name="Pranay Desu" userId="6e3b8970c4585609" providerId="LiveId" clId="{30D33010-7ACC-45F4-879B-DDBB89D99A11}" dt="2026-08-14T05:28:24.839" v="208" actId="20577"/>
          <ac:spMkLst>
            <pc:docMk/>
            <pc:sldMk cId="0" sldId="258"/>
            <ac:spMk id="1048595" creationId="{00000000-0000-0000-0000-000000000000}"/>
          </ac:spMkLst>
        </pc:spChg>
        <pc:spChg chg="mod">
          <ac:chgData name="Pranay Desu" userId="6e3b8970c4585609" providerId="LiveId" clId="{30D33010-7ACC-45F4-879B-DDBB89D99A11}" dt="2026-08-14T05:19:02.664" v="0" actId="14100"/>
          <ac:spMkLst>
            <pc:docMk/>
            <pc:sldMk cId="0" sldId="258"/>
            <ac:spMk id="1048597" creationId="{00000000-0000-0000-0000-000000000000}"/>
          </ac:spMkLst>
        </pc:spChg>
        <pc:graphicFrameChg chg="add mod modGraphic">
          <ac:chgData name="Pranay Desu" userId="6e3b8970c4585609" providerId="LiveId" clId="{30D33010-7ACC-45F4-879B-DDBB89D99A11}" dt="2026-08-14T06:02:37.057" v="678" actId="20577"/>
          <ac:graphicFrameMkLst>
            <pc:docMk/>
            <pc:sldMk cId="0" sldId="258"/>
            <ac:graphicFrameMk id="4" creationId="{6953437F-C8A3-C3D8-BFDE-24DB590C8EE3}"/>
          </ac:graphicFrameMkLst>
        </pc:graphicFrameChg>
        <pc:graphicFrameChg chg="add del mod modGraphic">
          <ac:chgData name="Pranay Desu" userId="6e3b8970c4585609" providerId="LiveId" clId="{30D33010-7ACC-45F4-879B-DDBB89D99A11}" dt="2026-08-14T11:54:01.422" v="780" actId="478"/>
          <ac:graphicFrameMkLst>
            <pc:docMk/>
            <pc:sldMk cId="0" sldId="258"/>
            <ac:graphicFrameMk id="7" creationId="{4DED9BE1-E0C8-619C-5DAA-AF74B2319CB5}"/>
          </ac:graphicFrameMkLst>
        </pc:graphicFrameChg>
      </pc:sldChg>
      <pc:sldChg chg="modSp mod">
        <pc:chgData name="Pranay Desu" userId="6e3b8970c4585609" providerId="LiveId" clId="{30D33010-7ACC-45F4-879B-DDBB89D99A11}" dt="2026-08-14T05:36:50.573" v="435" actId="20577"/>
        <pc:sldMkLst>
          <pc:docMk/>
          <pc:sldMk cId="0" sldId="259"/>
        </pc:sldMkLst>
        <pc:spChg chg="mod">
          <ac:chgData name="Pranay Desu" userId="6e3b8970c4585609" providerId="LiveId" clId="{30D33010-7ACC-45F4-879B-DDBB89D99A11}" dt="2026-08-14T05:36:50.573" v="435" actId="20577"/>
          <ac:spMkLst>
            <pc:docMk/>
            <pc:sldMk cId="0" sldId="259"/>
            <ac:spMk id="2" creationId="{B3B50EF2-C174-ED31-A0AA-AB4F9B2E7259}"/>
          </ac:spMkLst>
        </pc:spChg>
      </pc:sldChg>
      <pc:sldChg chg="addSp delSp modSp mod">
        <pc:chgData name="Pranay Desu" userId="6e3b8970c4585609" providerId="LiveId" clId="{30D33010-7ACC-45F4-879B-DDBB89D99A11}" dt="2026-08-14T06:42:06.727" v="776" actId="1076"/>
        <pc:sldMkLst>
          <pc:docMk/>
          <pc:sldMk cId="0" sldId="260"/>
        </pc:sldMkLst>
        <pc:spChg chg="add mod">
          <ac:chgData name="Pranay Desu" userId="6e3b8970c4585609" providerId="LiveId" clId="{30D33010-7ACC-45F4-879B-DDBB89D99A11}" dt="2026-08-14T06:06:18.348" v="701" actId="1076"/>
          <ac:spMkLst>
            <pc:docMk/>
            <pc:sldMk cId="0" sldId="260"/>
            <ac:spMk id="2" creationId="{C6151079-C5D9-25A6-5CEA-3AE251B035F8}"/>
          </ac:spMkLst>
        </pc:spChg>
        <pc:spChg chg="add mod">
          <ac:chgData name="Pranay Desu" userId="6e3b8970c4585609" providerId="LiveId" clId="{30D33010-7ACC-45F4-879B-DDBB89D99A11}" dt="2026-08-14T05:45:06.374" v="465"/>
          <ac:spMkLst>
            <pc:docMk/>
            <pc:sldMk cId="0" sldId="260"/>
            <ac:spMk id="3" creationId="{E3653ACB-357D-B3AE-4A75-C2DB3459C1B6}"/>
          </ac:spMkLst>
        </pc:spChg>
        <pc:spChg chg="mod">
          <ac:chgData name="Pranay Desu" userId="6e3b8970c4585609" providerId="LiveId" clId="{30D33010-7ACC-45F4-879B-DDBB89D99A11}" dt="2026-08-14T06:42:06.727" v="776" actId="1076"/>
          <ac:spMkLst>
            <pc:docMk/>
            <pc:sldMk cId="0" sldId="260"/>
            <ac:spMk id="1048601" creationId="{00000000-0000-0000-0000-000000000000}"/>
          </ac:spMkLst>
        </pc:spChg>
        <pc:picChg chg="add del mod">
          <ac:chgData name="Pranay Desu" userId="6e3b8970c4585609" providerId="LiveId" clId="{30D33010-7ACC-45F4-879B-DDBB89D99A11}" dt="2026-08-14T06:05:20.960" v="683" actId="478"/>
          <ac:picMkLst>
            <pc:docMk/>
            <pc:sldMk cId="0" sldId="260"/>
            <ac:picMk id="5" creationId="{D911F6B7-0080-030A-6840-0497AB408588}"/>
          </ac:picMkLst>
        </pc:picChg>
        <pc:picChg chg="add del mod">
          <ac:chgData name="Pranay Desu" userId="6e3b8970c4585609" providerId="LiveId" clId="{30D33010-7ACC-45F4-879B-DDBB89D99A11}" dt="2026-08-14T05:46:48.124" v="499" actId="478"/>
          <ac:picMkLst>
            <pc:docMk/>
            <pc:sldMk cId="0" sldId="260"/>
            <ac:picMk id="8" creationId="{F3B42ED7-AAEA-8F04-F3D3-1237C7973416}"/>
          </ac:picMkLst>
        </pc:picChg>
        <pc:picChg chg="add del mod">
          <ac:chgData name="Pranay Desu" userId="6e3b8970c4585609" providerId="LiveId" clId="{30D33010-7ACC-45F4-879B-DDBB89D99A11}" dt="2026-08-14T06:05:32.957" v="689" actId="478"/>
          <ac:picMkLst>
            <pc:docMk/>
            <pc:sldMk cId="0" sldId="260"/>
            <ac:picMk id="10" creationId="{DE10ED4A-36C1-8DEB-4E39-D111AA07B43A}"/>
          </ac:picMkLst>
        </pc:picChg>
        <pc:picChg chg="add mod">
          <ac:chgData name="Pranay Desu" userId="6e3b8970c4585609" providerId="LiveId" clId="{30D33010-7ACC-45F4-879B-DDBB89D99A11}" dt="2026-08-14T06:06:10.933" v="700" actId="14100"/>
          <ac:picMkLst>
            <pc:docMk/>
            <pc:sldMk cId="0" sldId="260"/>
            <ac:picMk id="12" creationId="{5B997C19-71EE-F9B7-8900-424D07B81394}"/>
          </ac:picMkLst>
        </pc:picChg>
      </pc:sldChg>
      <pc:sldChg chg="addSp modSp mod">
        <pc:chgData name="Pranay Desu" userId="6e3b8970c4585609" providerId="LiveId" clId="{30D33010-7ACC-45F4-879B-DDBB89D99A11}" dt="2026-08-14T12:22:32.923" v="1532" actId="5793"/>
        <pc:sldMkLst>
          <pc:docMk/>
          <pc:sldMk cId="0" sldId="261"/>
        </pc:sldMkLst>
        <pc:spChg chg="add mod">
          <ac:chgData name="Pranay Desu" userId="6e3b8970c4585609" providerId="LiveId" clId="{30D33010-7ACC-45F4-879B-DDBB89D99A11}" dt="2026-08-14T12:22:32.923" v="1532" actId="5793"/>
          <ac:spMkLst>
            <pc:docMk/>
            <pc:sldMk cId="0" sldId="261"/>
            <ac:spMk id="2" creationId="{EBE41EB0-FB0D-9856-DCC6-749C8E584D6E}"/>
          </ac:spMkLst>
        </pc:spChg>
        <pc:spChg chg="mod">
          <ac:chgData name="Pranay Desu" userId="6e3b8970c4585609" providerId="LiveId" clId="{30D33010-7ACC-45F4-879B-DDBB89D99A11}" dt="2026-08-14T06:41:54.521" v="774" actId="1076"/>
          <ac:spMkLst>
            <pc:docMk/>
            <pc:sldMk cId="0" sldId="261"/>
            <ac:spMk id="1048605" creationId="{00000000-0000-0000-0000-000000000000}"/>
          </ac:spMkLst>
        </pc:spChg>
      </pc:sldChg>
      <pc:sldChg chg="modSp mod">
        <pc:chgData name="Pranay Desu" userId="6e3b8970c4585609" providerId="LiveId" clId="{30D33010-7ACC-45F4-879B-DDBB89D99A11}" dt="2026-08-14T05:32:57.559" v="393" actId="20577"/>
        <pc:sldMkLst>
          <pc:docMk/>
          <pc:sldMk cId="2440507957" sldId="264"/>
        </pc:sldMkLst>
        <pc:spChg chg="mod">
          <ac:chgData name="Pranay Desu" userId="6e3b8970c4585609" providerId="LiveId" clId="{30D33010-7ACC-45F4-879B-DDBB89D99A11}" dt="2026-08-14T05:32:57.559" v="393" actId="20577"/>
          <ac:spMkLst>
            <pc:docMk/>
            <pc:sldMk cId="2440507957" sldId="264"/>
            <ac:spMk id="1048594" creationId="{00000000-0000-0000-0000-000000000000}"/>
          </ac:spMkLst>
        </pc:spChg>
      </pc:sldChg>
      <pc:sldChg chg="addSp delSp modSp mod">
        <pc:chgData name="Pranay Desu" userId="6e3b8970c4585609" providerId="LiveId" clId="{30D33010-7ACC-45F4-879B-DDBB89D99A11}" dt="2026-08-14T12:26:25.905" v="1538" actId="2710"/>
        <pc:sldMkLst>
          <pc:docMk/>
          <pc:sldMk cId="1251721034" sldId="265"/>
        </pc:sldMkLst>
        <pc:spChg chg="add del mod">
          <ac:chgData name="Pranay Desu" userId="6e3b8970c4585609" providerId="LiveId" clId="{30D33010-7ACC-45F4-879B-DDBB89D99A11}" dt="2026-08-14T05:48:33.695" v="508" actId="478"/>
          <ac:spMkLst>
            <pc:docMk/>
            <pc:sldMk cId="1251721034" sldId="265"/>
            <ac:spMk id="2" creationId="{F91566D7-7416-206A-0F8F-59AE96B98286}"/>
          </ac:spMkLst>
        </pc:spChg>
        <pc:spChg chg="add mod">
          <ac:chgData name="Pranay Desu" userId="6e3b8970c4585609" providerId="LiveId" clId="{30D33010-7ACC-45F4-879B-DDBB89D99A11}" dt="2026-08-14T12:26:25.905" v="1538" actId="2710"/>
          <ac:spMkLst>
            <pc:docMk/>
            <pc:sldMk cId="1251721034" sldId="265"/>
            <ac:spMk id="4" creationId="{0494C2E8-F702-7753-3809-800972AC6154}"/>
          </ac:spMkLst>
        </pc:spChg>
        <pc:spChg chg="mod">
          <ac:chgData name="Pranay Desu" userId="6e3b8970c4585609" providerId="LiveId" clId="{30D33010-7ACC-45F4-879B-DDBB89D99A11}" dt="2026-08-14T05:49:34.328" v="552" actId="20577"/>
          <ac:spMkLst>
            <pc:docMk/>
            <pc:sldMk cId="1251721034" sldId="265"/>
            <ac:spMk id="1048605" creationId="{00000000-0000-0000-0000-000000000000}"/>
          </ac:spMkLst>
        </pc:spChg>
      </pc:sldChg>
      <pc:sldChg chg="addSp delSp modSp mod">
        <pc:chgData name="Pranay Desu" userId="6e3b8970c4585609" providerId="LiveId" clId="{30D33010-7ACC-45F4-879B-DDBB89D99A11}" dt="2026-08-14T11:47:29.939" v="778" actId="14100"/>
        <pc:sldMkLst>
          <pc:docMk/>
          <pc:sldMk cId="1443157055" sldId="267"/>
        </pc:sldMkLst>
        <pc:spChg chg="add del mod">
          <ac:chgData name="Pranay Desu" userId="6e3b8970c4585609" providerId="LiveId" clId="{30D33010-7ACC-45F4-879B-DDBB89D99A11}" dt="2026-08-14T05:51:51.118" v="564"/>
          <ac:spMkLst>
            <pc:docMk/>
            <pc:sldMk cId="1443157055" sldId="267"/>
            <ac:spMk id="2" creationId="{F0B15E18-122A-D69F-8972-3745FC013C89}"/>
          </ac:spMkLst>
        </pc:spChg>
        <pc:spChg chg="add del mod">
          <ac:chgData name="Pranay Desu" userId="6e3b8970c4585609" providerId="LiveId" clId="{30D33010-7ACC-45F4-879B-DDBB89D99A11}" dt="2026-08-14T05:52:59.908" v="588"/>
          <ac:spMkLst>
            <pc:docMk/>
            <pc:sldMk cId="1443157055" sldId="267"/>
            <ac:spMk id="6" creationId="{18DC3C8D-82F6-4C37-76E7-A9C132D609E1}"/>
          </ac:spMkLst>
        </pc:spChg>
        <pc:spChg chg="add del mod">
          <ac:chgData name="Pranay Desu" userId="6e3b8970c4585609" providerId="LiveId" clId="{30D33010-7ACC-45F4-879B-DDBB89D99A11}" dt="2026-08-14T05:54:40.377" v="597"/>
          <ac:spMkLst>
            <pc:docMk/>
            <pc:sldMk cId="1443157055" sldId="267"/>
            <ac:spMk id="9" creationId="{267C3EEF-3984-445B-290E-20586D15F26A}"/>
          </ac:spMkLst>
        </pc:spChg>
        <pc:spChg chg="add mod">
          <ac:chgData name="Pranay Desu" userId="6e3b8970c4585609" providerId="LiveId" clId="{30D33010-7ACC-45F4-879B-DDBB89D99A11}" dt="2026-08-14T06:06:31.397" v="702" actId="1076"/>
          <ac:spMkLst>
            <pc:docMk/>
            <pc:sldMk cId="1443157055" sldId="267"/>
            <ac:spMk id="10" creationId="{2D9839E9-C5DF-C063-563B-C3EBB38C735B}"/>
          </ac:spMkLst>
        </pc:spChg>
        <pc:spChg chg="mod">
          <ac:chgData name="Pranay Desu" userId="6e3b8970c4585609" providerId="LiveId" clId="{30D33010-7ACC-45F4-879B-DDBB89D99A11}" dt="2026-08-14T05:56:51.817" v="636" actId="1076"/>
          <ac:spMkLst>
            <pc:docMk/>
            <pc:sldMk cId="1443157055" sldId="267"/>
            <ac:spMk id="1048605" creationId="{00000000-0000-0000-0000-000000000000}"/>
          </ac:spMkLst>
        </pc:spChg>
        <pc:picChg chg="add mod">
          <ac:chgData name="Pranay Desu" userId="6e3b8970c4585609" providerId="LiveId" clId="{30D33010-7ACC-45F4-879B-DDBB89D99A11}" dt="2026-08-14T11:47:29.939" v="778" actId="14100"/>
          <ac:picMkLst>
            <pc:docMk/>
            <pc:sldMk cId="1443157055" sldId="267"/>
            <ac:picMk id="4" creationId="{F8B46199-F250-F2A8-08C8-616C34D8DDE4}"/>
          </ac:picMkLst>
        </pc:picChg>
        <pc:picChg chg="add mod">
          <ac:chgData name="Pranay Desu" userId="6e3b8970c4585609" providerId="LiveId" clId="{30D33010-7ACC-45F4-879B-DDBB89D99A11}" dt="2026-08-14T11:47:26.460" v="777" actId="14100"/>
          <ac:picMkLst>
            <pc:docMk/>
            <pc:sldMk cId="1443157055" sldId="267"/>
            <ac:picMk id="8" creationId="{C5BCEED5-FE8C-9F23-47D3-9FAFECCFF9B9}"/>
          </ac:picMkLst>
        </pc:picChg>
      </pc:sldChg>
      <pc:sldChg chg="modSp mod">
        <pc:chgData name="Pranay Desu" userId="6e3b8970c4585609" providerId="LiveId" clId="{30D33010-7ACC-45F4-879B-DDBB89D99A11}" dt="2026-08-14T12:11:59.711" v="1413" actId="20577"/>
        <pc:sldMkLst>
          <pc:docMk/>
          <pc:sldMk cId="3323556171" sldId="268"/>
        </pc:sldMkLst>
        <pc:spChg chg="mod">
          <ac:chgData name="Pranay Desu" userId="6e3b8970c4585609" providerId="LiveId" clId="{30D33010-7ACC-45F4-879B-DDBB89D99A11}" dt="2026-08-14T12:11:59.711" v="1413" actId="20577"/>
          <ac:spMkLst>
            <pc:docMk/>
            <pc:sldMk cId="3323556171" sldId="268"/>
            <ac:spMk id="6" creationId="{A8E965CE-C638-078A-0CFE-922906113DF0}"/>
          </ac:spMkLst>
        </pc:spChg>
      </pc:sldChg>
      <pc:sldChg chg="addSp delSp modSp mod">
        <pc:chgData name="Pranay Desu" userId="6e3b8970c4585609" providerId="LiveId" clId="{30D33010-7ACC-45F4-879B-DDBB89D99A11}" dt="2026-08-14T12:11:44.753" v="1409" actId="14100"/>
        <pc:sldMkLst>
          <pc:docMk/>
          <pc:sldMk cId="2899041493" sldId="269"/>
        </pc:sldMkLst>
        <pc:spChg chg="mod">
          <ac:chgData name="Pranay Desu" userId="6e3b8970c4585609" providerId="LiveId" clId="{30D33010-7ACC-45F4-879B-DDBB89D99A11}" dt="2026-08-14T12:03:11.812" v="1182" actId="20577"/>
          <ac:spMkLst>
            <pc:docMk/>
            <pc:sldMk cId="2899041493" sldId="269"/>
            <ac:spMk id="3" creationId="{B0B09C3C-6BE1-EA1C-A313-3F4F2FE9515B}"/>
          </ac:spMkLst>
        </pc:spChg>
        <pc:picChg chg="add del mod">
          <ac:chgData name="Pranay Desu" userId="6e3b8970c4585609" providerId="LiveId" clId="{30D33010-7ACC-45F4-879B-DDBB89D99A11}" dt="2026-08-14T12:04:23.985" v="1184" actId="478"/>
          <ac:picMkLst>
            <pc:docMk/>
            <pc:sldMk cId="2899041493" sldId="269"/>
            <ac:picMk id="7" creationId="{1DDD0897-7A1A-84EB-E80D-CC5C082D11BD}"/>
          </ac:picMkLst>
        </pc:picChg>
        <pc:picChg chg="add del mod">
          <ac:chgData name="Pranay Desu" userId="6e3b8970c4585609" providerId="LiveId" clId="{30D33010-7ACC-45F4-879B-DDBB89D99A11}" dt="2026-08-14T12:02:52.037" v="1174" actId="478"/>
          <ac:picMkLst>
            <pc:docMk/>
            <pc:sldMk cId="2899041493" sldId="269"/>
            <ac:picMk id="9" creationId="{70BFDDBB-D935-70CE-FB08-10754C10443B}"/>
          </ac:picMkLst>
        </pc:picChg>
        <pc:picChg chg="add mod">
          <ac:chgData name="Pranay Desu" userId="6e3b8970c4585609" providerId="LiveId" clId="{30D33010-7ACC-45F4-879B-DDBB89D99A11}" dt="2026-08-14T12:11:40.647" v="1408" actId="14100"/>
          <ac:picMkLst>
            <pc:docMk/>
            <pc:sldMk cId="2899041493" sldId="269"/>
            <ac:picMk id="11" creationId="{E4D3E069-C2C3-1D9A-389A-11CFC5368D8D}"/>
          </ac:picMkLst>
        </pc:picChg>
        <pc:picChg chg="add mod">
          <ac:chgData name="Pranay Desu" userId="6e3b8970c4585609" providerId="LiveId" clId="{30D33010-7ACC-45F4-879B-DDBB89D99A11}" dt="2026-08-14T12:11:44.753" v="1409" actId="14100"/>
          <ac:picMkLst>
            <pc:docMk/>
            <pc:sldMk cId="2899041493" sldId="269"/>
            <ac:picMk id="13" creationId="{7D51892D-1B07-E9AD-6288-17EF9F8C0BCC}"/>
          </ac:picMkLst>
        </pc:picChg>
      </pc:sldChg>
      <pc:sldChg chg="addSp modSp mod">
        <pc:chgData name="Pranay Desu" userId="6e3b8970c4585609" providerId="LiveId" clId="{30D33010-7ACC-45F4-879B-DDBB89D99A11}" dt="2026-08-14T12:26:36.136" v="1539" actId="2710"/>
        <pc:sldMkLst>
          <pc:docMk/>
          <pc:sldMk cId="3876524361" sldId="270"/>
        </pc:sldMkLst>
        <pc:spChg chg="add mod">
          <ac:chgData name="Pranay Desu" userId="6e3b8970c4585609" providerId="LiveId" clId="{30D33010-7ACC-45F4-879B-DDBB89D99A11}" dt="2026-08-14T12:26:36.136" v="1539" actId="2710"/>
          <ac:spMkLst>
            <pc:docMk/>
            <pc:sldMk cId="3876524361" sldId="270"/>
            <ac:spMk id="2" creationId="{0421E3AD-5621-A7E0-7DCA-CA3808A18E7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66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42AD9-36DE-4DD0-AF0A-E211DB78D0B5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10486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6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16266-2922-41AE-BB9A-0E75A4DF55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601EB-898D-45EB-AF02-BDBAAC1BCF6B}" type="datetime1">
              <a:rPr lang="en-US" smtClean="0"/>
              <a:pPr/>
              <a:t>8/14/2026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AF6E-30C6-4892-8ECC-28B98795E53E}" type="datetime1">
              <a:rPr lang="en-US" smtClean="0"/>
              <a:pPr/>
              <a:t>8/14/2026</a:t>
            </a:fld>
            <a:endParaRPr lang="en-US"/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8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0014B-F72F-459C-9AEA-83526BA1950E}" type="datetime1">
              <a:rPr lang="en-US" smtClean="0"/>
              <a:pPr/>
              <a:t>8/14/2026</a:t>
            </a:fld>
            <a:endParaRPr lang="en-US"/>
          </a:p>
        </p:txBody>
      </p:sp>
      <p:sp>
        <p:nvSpPr>
          <p:cNvPr id="10486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10486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3470D-456E-4B74-9504-3BED3E1E331F}" type="datetime1">
              <a:rPr lang="en-US" smtClean="0"/>
              <a:pPr/>
              <a:t>8/14/2026</a:t>
            </a:fld>
            <a:endParaRPr lang="en-US"/>
          </a:p>
        </p:txBody>
      </p:sp>
      <p:sp>
        <p:nvSpPr>
          <p:cNvPr id="104864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104864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0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2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7A5D-D22F-444E-B503-748AF7911620}" type="datetime1">
              <a:rPr lang="en-US" smtClean="0"/>
              <a:pPr/>
              <a:t>8/14/2026</a:t>
            </a:fld>
            <a:endParaRPr lang="en-US"/>
          </a:p>
        </p:txBody>
      </p:sp>
      <p:sp>
        <p:nvSpPr>
          <p:cNvPr id="104865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104865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1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DC5B-AE6E-413C-999F-2C6DCDB27E54}" type="datetime1">
              <a:rPr lang="en-US" smtClean="0"/>
              <a:pPr/>
              <a:t>8/14/2026</a:t>
            </a:fld>
            <a:endParaRPr lang="en-US"/>
          </a:p>
        </p:txBody>
      </p:sp>
      <p:sp>
        <p:nvSpPr>
          <p:cNvPr id="104861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104862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F5AD-FB09-4176-8819-3235C853B628}" type="datetime1">
              <a:rPr lang="en-US" smtClean="0"/>
              <a:pPr/>
              <a:t>8/14/2026</a:t>
            </a:fld>
            <a:endParaRPr lang="en-US"/>
          </a:p>
        </p:txBody>
      </p:sp>
      <p:sp>
        <p:nvSpPr>
          <p:cNvPr id="104865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104865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0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1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C23-F62A-4DCF-8A7C-23F35CFA6295}" type="datetime1">
              <a:rPr lang="en-US" smtClean="0"/>
              <a:pPr/>
              <a:t>8/14/2026</a:t>
            </a:fld>
            <a:endParaRPr lang="en-US"/>
          </a:p>
        </p:txBody>
      </p:sp>
      <p:sp>
        <p:nvSpPr>
          <p:cNvPr id="104866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104866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27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C4C3F-A6B3-439C-BF6D-6DFD3A565AFB}" type="datetime1">
              <a:rPr lang="en-US" smtClean="0"/>
              <a:pPr/>
              <a:t>8/14/2026</a:t>
            </a:fld>
            <a:endParaRPr lang="en-US"/>
          </a:p>
        </p:txBody>
      </p:sp>
      <p:sp>
        <p:nvSpPr>
          <p:cNvPr id="10486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10486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94F03-ECCF-40AC-9049-09ECFD328156}" type="datetime1">
              <a:rPr lang="en-US" smtClean="0"/>
              <a:pPr/>
              <a:t>8/14/2026</a:t>
            </a:fld>
            <a:endParaRPr lang="en-US"/>
          </a:p>
        </p:txBody>
      </p:sp>
      <p:sp>
        <p:nvSpPr>
          <p:cNvPr id="10486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10486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2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59-A3AC-4C78-B822-ABB2B55C89C2}" type="datetime1">
              <a:rPr lang="en-US" smtClean="0"/>
              <a:pPr/>
              <a:t>8/14/2026</a:t>
            </a:fld>
            <a:endParaRPr lang="en-US"/>
          </a:p>
        </p:txBody>
      </p:sp>
      <p:sp>
        <p:nvSpPr>
          <p:cNvPr id="10486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10486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53B32-2D0D-46EA-AEFE-E5001DBB2FF4}" type="datetime1">
              <a:rPr lang="en-US" smtClean="0"/>
              <a:pPr/>
              <a:t>8/14/2026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DEB80-DBCE-406A-80BF-FEBEE692EE7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flask-sqlalchemy.readthedocs.io/" TargetMode="External"/><Relationship Id="rId7" Type="http://schemas.openxmlformats.org/officeDocument/2006/relationships/hyperlink" Target="https://jinja.palletsprojects.com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mozilla.org/" TargetMode="External"/><Relationship Id="rId5" Type="http://schemas.openxmlformats.org/officeDocument/2006/relationships/hyperlink" Target="https://sqlitebrowser.org/about/" TargetMode="External"/><Relationship Id="rId4" Type="http://schemas.openxmlformats.org/officeDocument/2006/relationships/hyperlink" Target="https://getbootstrap.com/docs/5.3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2514600" y="469900"/>
            <a:ext cx="6248400" cy="1330326"/>
          </a:xfrm>
        </p:spPr>
        <p:txBody>
          <a:bodyPr>
            <a:noAutofit/>
          </a:bodyPr>
          <a:lstStyle/>
          <a:p>
            <a:r>
              <a:rPr lang="en-US" sz="1800" b="1">
                <a:latin typeface="Times New Roman" panose="02020603050405020304" charset="0"/>
                <a:cs typeface="Times New Roman" panose="02020603050405020304" charset="0"/>
              </a:rPr>
              <a:t>SRM INSTITUTE OF SCIENCE AND TECHNOLOGY</a:t>
            </a:r>
            <a:br>
              <a:rPr lang="en-US" sz="18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800" b="1">
                <a:latin typeface="Times New Roman" panose="02020603050405020304" charset="0"/>
                <a:cs typeface="Times New Roman" panose="02020603050405020304" charset="0"/>
              </a:rPr>
              <a:t>Ramapuram, Chennai – 600 089</a:t>
            </a:r>
            <a:br>
              <a:rPr lang="en-US" sz="1800" b="1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18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600" b="1">
                <a:latin typeface="Times New Roman" panose="02020603050405020304" charset="0"/>
                <a:cs typeface="Times New Roman" panose="02020603050405020304" charset="0"/>
              </a:rPr>
              <a:t>DEPARTMENT OF COMPUTER SCIENCE AND ENGINEERING</a:t>
            </a:r>
            <a:endParaRPr lang="en-US" sz="1800"/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507884" y="2339273"/>
            <a:ext cx="8179279" cy="1439615"/>
          </a:xfrm>
        </p:spPr>
        <p:txBody>
          <a:bodyPr>
            <a:noAutofit/>
          </a:bodyPr>
          <a:lstStyle/>
          <a:p>
            <a:pPr marL="270510">
              <a:spcBef>
                <a:spcPts val="200"/>
              </a:spcBef>
              <a:spcAft>
                <a:spcPts val="200"/>
              </a:spcAft>
            </a:pPr>
            <a:r>
              <a:rPr lang="en-I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21CSC203/ADVANCED PROGRAMMING PRACTICE</a:t>
            </a:r>
          </a:p>
          <a:p>
            <a:pPr marL="270510">
              <a:spcBef>
                <a:spcPts val="200"/>
              </a:spcBef>
              <a:spcAft>
                <a:spcPts val="200"/>
              </a:spcAft>
            </a:pPr>
            <a:r>
              <a:rPr lang="en-I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 Swap- Book, Belongings Exchange Platform</a:t>
            </a:r>
          </a:p>
        </p:txBody>
      </p:sp>
      <p:pic>
        <p:nvPicPr>
          <p:cNvPr id="7" name="image1.jpg"/>
          <p:cNvPicPr preferRelativeResize="0"/>
          <p:nvPr/>
        </p:nvPicPr>
        <p:blipFill>
          <a:blip r:embed="rId2" cstate="print"/>
          <a:stretch>
            <a:fillRect/>
          </a:stretch>
        </p:blipFill>
        <p:spPr>
          <a:xfrm>
            <a:off x="685800" y="762000"/>
            <a:ext cx="1447800" cy="685800"/>
          </a:xfrm>
          <a:prstGeom prst="rect">
            <a:avLst/>
          </a:prstGeom>
          <a:noFill/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61DF5F-EF59-4080-B262-8FA661774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019655"/>
              </p:ext>
            </p:extLst>
          </p:nvPr>
        </p:nvGraphicFramePr>
        <p:xfrm>
          <a:off x="685800" y="3965510"/>
          <a:ext cx="8001363" cy="15970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3807637444"/>
                    </a:ext>
                  </a:extLst>
                </a:gridCol>
                <a:gridCol w="3734163">
                  <a:extLst>
                    <a:ext uri="{9D8B030D-6E8A-4147-A177-3AD203B41FA5}">
                      <a16:colId xmlns:a16="http://schemas.microsoft.com/office/drawing/2014/main" val="3204048922"/>
                    </a:ext>
                  </a:extLst>
                </a:gridCol>
              </a:tblGrid>
              <a:tr h="507001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REG.NO &amp; 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MENTORS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102016"/>
                  </a:ext>
                </a:extLst>
              </a:tr>
              <a:tr h="1090089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Tanmay RA2511003020066</a:t>
                      </a:r>
                    </a:p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Punith Reddy RA2511003020090</a:t>
                      </a:r>
                    </a:p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DSVG Pranay RA2511003020115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Mr.C.Santhosh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Kumar,AP</a:t>
                      </a:r>
                      <a:r>
                        <a:rPr lang="en-US"/>
                        <a:t>/CSE</a:t>
                      </a:r>
                    </a:p>
                    <a:p>
                      <a:r>
                        <a:rPr lang="en-US" err="1"/>
                        <a:t>Ms.M.Ramaprabha</a:t>
                      </a:r>
                      <a:r>
                        <a:rPr lang="en-US"/>
                        <a:t> , AP/CSE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4532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>
          <a:xfrm>
            <a:off x="762000" y="916939"/>
            <a:ext cx="7696200" cy="342901"/>
          </a:xfrm>
        </p:spPr>
        <p:txBody>
          <a:bodyPr>
            <a:normAutofit fontScale="90000"/>
          </a:bodyPr>
          <a:lstStyle/>
          <a:p>
            <a:br>
              <a:rPr lang="en-US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br>
              <a:rPr lang="en-US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INTRODUCTION TO PARADIGM</a:t>
            </a:r>
            <a:br>
              <a:rPr lang="en-US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>
          <a:xfrm>
            <a:off x="10160" y="574040"/>
            <a:ext cx="91440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endParaRPr lang="en-US" sz="1500"/>
          </a:p>
        </p:txBody>
      </p:sp>
      <p:sp>
        <p:nvSpPr>
          <p:cNvPr id="104859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356351"/>
            <a:ext cx="8229600" cy="349249"/>
          </a:xfrm>
        </p:spPr>
        <p:txBody>
          <a:bodyPr/>
          <a:lstStyle/>
          <a:p>
            <a:r>
              <a:rPr lang="en-US"/>
              <a:t>DEPARTMENT OF COMPUTER SCIENCE AND ENGINEERING </a:t>
            </a:r>
          </a:p>
          <a:p>
            <a:endParaRPr lang="en-US"/>
          </a:p>
        </p:txBody>
      </p:sp>
      <p:sp>
        <p:nvSpPr>
          <p:cNvPr id="1048597" name="Rectangle 2"/>
          <p:cNvSpPr>
            <a:spLocks noChangeArrowheads="1"/>
          </p:cNvSpPr>
          <p:nvPr/>
        </p:nvSpPr>
        <p:spPr bwMode="auto">
          <a:xfrm>
            <a:off x="10160" y="3597287"/>
            <a:ext cx="9123680" cy="6001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/>
          </a:p>
        </p:txBody>
      </p:sp>
      <p:pic>
        <p:nvPicPr>
          <p:cNvPr id="6" name="image1.jpg">
            <a:extLst>
              <a:ext uri="{FF2B5EF4-FFF2-40B4-BE49-F238E27FC236}">
                <a16:creationId xmlns:a16="http://schemas.microsoft.com/office/drawing/2014/main" id="{6CB45352-6E66-4557-9DBF-F32D856D98A1}"/>
              </a:ext>
            </a:extLst>
          </p:cNvPr>
          <p:cNvPicPr preferRelativeResize="0"/>
          <p:nvPr/>
        </p:nvPicPr>
        <p:blipFill>
          <a:blip r:embed="rId2" cstate="print"/>
          <a:stretch>
            <a:fillRect/>
          </a:stretch>
        </p:blipFill>
        <p:spPr>
          <a:xfrm>
            <a:off x="228600" y="231140"/>
            <a:ext cx="1447800" cy="685800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7AF233-0FB5-1CEC-74DE-10A0B38C2DE0}"/>
              </a:ext>
            </a:extLst>
          </p:cNvPr>
          <p:cNvSpPr txBox="1"/>
          <p:nvPr/>
        </p:nvSpPr>
        <p:spPr>
          <a:xfrm>
            <a:off x="793955" y="2196363"/>
            <a:ext cx="447911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                                                                                </a:t>
            </a:r>
          </a:p>
          <a:p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53437F-C8A3-C3D8-BFDE-24DB590C8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849121"/>
              </p:ext>
            </p:extLst>
          </p:nvPr>
        </p:nvGraphicFramePr>
        <p:xfrm>
          <a:off x="685800" y="2617644"/>
          <a:ext cx="7772400" cy="3208952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1196442128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443863784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805878591"/>
                    </a:ext>
                  </a:extLst>
                </a:gridCol>
              </a:tblGrid>
              <a:tr h="34358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/>
                    </a:p>
                    <a:p>
                      <a:pPr>
                        <a:buNone/>
                      </a:pPr>
                      <a:r>
                        <a:rPr lang="en-IN" sz="1200" b="1"/>
                        <a:t>Paradigm / Approach</a:t>
                      </a:r>
                      <a:endParaRPr lang="en-IN" sz="1200"/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Description</a:t>
                      </a:r>
                      <a:endParaRPr lang="en-IN" sz="1200"/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How We Use It</a:t>
                      </a:r>
                      <a:endParaRPr lang="en-IN" sz="1200"/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031693"/>
                  </a:ext>
                </a:extLst>
              </a:tr>
              <a:tr h="487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/>
                        <a:t>Object-Oriented Programming (OOP)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Organizes a program using objects and classes that combine data and functionality.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We use </a:t>
                      </a:r>
                      <a:r>
                        <a:rPr lang="en-IN" sz="1200" b="1"/>
                        <a:t>SQL Alchemy classes</a:t>
                      </a:r>
                      <a:r>
                        <a:rPr lang="en-IN" sz="1200"/>
                        <a:t> such as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User</a:t>
                      </a:r>
                      <a:r>
                        <a:rPr lang="en-IN" sz="1200"/>
                        <a:t> and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en-IN" sz="1200"/>
                        <a:t> to represent database entities.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558542"/>
                  </a:ext>
                </a:extLst>
              </a:tr>
              <a:tr h="88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/>
                        <a:t>Imperative/Procedural Programming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Executes a sequence of instructions to perform a specific task.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Our </a:t>
                      </a:r>
                      <a:r>
                        <a:rPr lang="en-IN" sz="1200" b="1"/>
                        <a:t>Flask routes and JavaScript</a:t>
                      </a:r>
                      <a:r>
                        <a:rPr lang="en-IN" sz="1200"/>
                        <a:t> handle operations step-by-step, such as processing form data, validating inputs, managing user actions, and updating application data.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71859"/>
                  </a:ext>
                </a:extLst>
              </a:tr>
              <a:tr h="1030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/>
                        <a:t>Declarative Programming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Describes </a:t>
                      </a:r>
                      <a:r>
                        <a:rPr lang="en-IN" sz="1200" b="0"/>
                        <a:t>what</a:t>
                      </a:r>
                      <a:r>
                        <a:rPr lang="en-IN" sz="1200"/>
                        <a:t> the desired result should be rather than specifying every step to achieve it.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We use </a:t>
                      </a:r>
                      <a:r>
                        <a:rPr lang="en-IN" sz="1200" b="1" dirty="0"/>
                        <a:t>HTML</a:t>
                      </a:r>
                      <a:r>
                        <a:rPr lang="en-IN" sz="1200" dirty="0"/>
                        <a:t> to define the structure of web pages, </a:t>
                      </a:r>
                      <a:r>
                        <a:rPr lang="en-IN" sz="1200" b="1" dirty="0"/>
                        <a:t>CSS</a:t>
                      </a:r>
                      <a:r>
                        <a:rPr lang="en-IN" sz="1200" dirty="0"/>
                        <a:t> to describe their presentation and styling, </a:t>
                      </a:r>
                      <a:r>
                        <a:rPr lang="en-IN" sz="1200" b="1" dirty="0"/>
                        <a:t>Jinja</a:t>
                      </a:r>
                      <a:r>
                        <a:rPr lang="en-IN" sz="1200" dirty="0"/>
                        <a:t> to dynamically render database data, and </a:t>
                      </a:r>
                      <a:r>
                        <a:rPr lang="en-IN" sz="1200" b="1" dirty="0"/>
                        <a:t>SQL</a:t>
                      </a:r>
                      <a:r>
                        <a:rPr lang="en-IN" sz="1200" dirty="0"/>
                        <a:t> to specify the data required from the database.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3215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9D45054-A554-F278-5EA9-EA66774FB095}"/>
              </a:ext>
            </a:extLst>
          </p:cNvPr>
          <p:cNvSpPr txBox="1"/>
          <p:nvPr/>
        </p:nvSpPr>
        <p:spPr>
          <a:xfrm>
            <a:off x="685800" y="1844769"/>
            <a:ext cx="792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/>
              <a:t>Our project follows a Multiple programming paradigm approach, combining different programming styles  to make the application more structured, flexible, and maintainable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C90F59-2082-47CE-7A71-7C8CC8C5FF2C}"/>
              </a:ext>
            </a:extLst>
          </p:cNvPr>
          <p:cNvSpPr/>
          <p:nvPr/>
        </p:nvSpPr>
        <p:spPr>
          <a:xfrm>
            <a:off x="668594" y="2617644"/>
            <a:ext cx="7942006" cy="330727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>
          <a:xfrm>
            <a:off x="482082" y="2903267"/>
            <a:ext cx="8052318" cy="586741"/>
          </a:xfrm>
        </p:spPr>
        <p:txBody>
          <a:bodyPr>
            <a:normAutofit fontScale="90000"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Campus Swap- Book, Belongings Exchange Platform</a:t>
            </a:r>
            <a:b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>
          <a:xfrm>
            <a:off x="10160" y="574040"/>
            <a:ext cx="91440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/>
              <a:t> </a:t>
            </a:r>
          </a:p>
          <a:p>
            <a:pPr marL="0" indent="0">
              <a:buNone/>
            </a:pPr>
            <a:endParaRPr lang="en-US" sz="1500"/>
          </a:p>
        </p:txBody>
      </p:sp>
      <p:sp>
        <p:nvSpPr>
          <p:cNvPr id="104859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356351"/>
            <a:ext cx="8229600" cy="349249"/>
          </a:xfrm>
        </p:spPr>
        <p:txBody>
          <a:bodyPr/>
          <a:lstStyle/>
          <a:p>
            <a:r>
              <a:rPr lang="en-US"/>
              <a:t>DEPARTMENT OF COMPUTER SCIENCE AND ENGINEERING </a:t>
            </a:r>
          </a:p>
          <a:p>
            <a:endParaRPr lang="en-US"/>
          </a:p>
        </p:txBody>
      </p:sp>
      <p:sp>
        <p:nvSpPr>
          <p:cNvPr id="1048597" name="Rectangle 2"/>
          <p:cNvSpPr>
            <a:spLocks noChangeArrowheads="1"/>
          </p:cNvSpPr>
          <p:nvPr/>
        </p:nvSpPr>
        <p:spPr bwMode="auto">
          <a:xfrm>
            <a:off x="-5080" y="3603739"/>
            <a:ext cx="9138920" cy="5867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/>
          </a:p>
        </p:txBody>
      </p:sp>
      <p:pic>
        <p:nvPicPr>
          <p:cNvPr id="6" name="image1.jpg">
            <a:extLst>
              <a:ext uri="{FF2B5EF4-FFF2-40B4-BE49-F238E27FC236}">
                <a16:creationId xmlns:a16="http://schemas.microsoft.com/office/drawing/2014/main" id="{93F0C383-44AA-41E7-AFBE-8C89E1C51D53}"/>
              </a:ext>
            </a:extLst>
          </p:cNvPr>
          <p:cNvPicPr preferRelativeResize="0"/>
          <p:nvPr/>
        </p:nvPicPr>
        <p:blipFill>
          <a:blip r:embed="rId2" cstate="print"/>
          <a:stretch>
            <a:fillRect/>
          </a:stretch>
        </p:blipFill>
        <p:spPr>
          <a:xfrm>
            <a:off x="685800" y="762000"/>
            <a:ext cx="1447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0507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>
          <a:xfrm>
            <a:off x="685800" y="904467"/>
            <a:ext cx="7543800" cy="1066800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>
          <a:xfrm>
            <a:off x="10160" y="574040"/>
            <a:ext cx="91440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 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04859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356351"/>
            <a:ext cx="8229600" cy="349249"/>
          </a:xfrm>
        </p:spPr>
        <p:txBody>
          <a:bodyPr/>
          <a:lstStyle/>
          <a:p>
            <a:r>
              <a:rPr lang="en-US"/>
              <a:t>DEPARTMENT OF COMPUTER SCIENCE AND ENGINEERING </a:t>
            </a:r>
          </a:p>
          <a:p>
            <a:endParaRPr lang="en-US"/>
          </a:p>
        </p:txBody>
      </p:sp>
      <p:sp>
        <p:nvSpPr>
          <p:cNvPr id="1048597" name="Rectangle 2"/>
          <p:cNvSpPr>
            <a:spLocks noChangeArrowheads="1"/>
          </p:cNvSpPr>
          <p:nvPr/>
        </p:nvSpPr>
        <p:spPr bwMode="auto">
          <a:xfrm>
            <a:off x="-5080" y="3603739"/>
            <a:ext cx="9138920" cy="5867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/>
          </a:p>
        </p:txBody>
      </p:sp>
      <p:pic>
        <p:nvPicPr>
          <p:cNvPr id="6" name="image1.jpg">
            <a:extLst>
              <a:ext uri="{FF2B5EF4-FFF2-40B4-BE49-F238E27FC236}">
                <a16:creationId xmlns:a16="http://schemas.microsoft.com/office/drawing/2014/main" id="{3CE537E7-2F43-46F3-A5FF-45CC054CB725}"/>
              </a:ext>
            </a:extLst>
          </p:cNvPr>
          <p:cNvPicPr preferRelativeResize="0"/>
          <p:nvPr/>
        </p:nvPicPr>
        <p:blipFill>
          <a:blip r:embed="rId2" cstate="print"/>
          <a:stretch>
            <a:fillRect/>
          </a:stretch>
        </p:blipFill>
        <p:spPr>
          <a:xfrm>
            <a:off x="419100" y="381000"/>
            <a:ext cx="1447800" cy="685800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21E3AD-5621-A7E0-7DCA-CA3808A18E7E}"/>
              </a:ext>
            </a:extLst>
          </p:cNvPr>
          <p:cNvSpPr txBox="1"/>
          <p:nvPr/>
        </p:nvSpPr>
        <p:spPr>
          <a:xfrm>
            <a:off x="467360" y="2377098"/>
            <a:ext cx="8229600" cy="258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Campus Swap is a student-focused platform that enables students to easily buy, sell, exchange, and donate items within their campus community. The website provides a convenient and trusted space for students to list unused items and discover affordable products from fellow students. </a:t>
            </a:r>
          </a:p>
          <a:p>
            <a:pPr>
              <a:lnSpc>
                <a:spcPct val="150000"/>
              </a:lnSpc>
            </a:pPr>
            <a:r>
              <a:rPr lang="en-IN" dirty="0"/>
              <a:t>By </a:t>
            </a:r>
            <a:r>
              <a:rPr lang="en-IN" sz="2000" dirty="0"/>
              <a:t>promoting</a:t>
            </a:r>
            <a:r>
              <a:rPr lang="en-IN" dirty="0"/>
              <a:t> reuse and reducing unnecessary purchases, Campus Swap encourages sustainability while making item exchange simple, accessible, and cost-effective.</a:t>
            </a:r>
          </a:p>
        </p:txBody>
      </p:sp>
    </p:spTree>
    <p:extLst>
      <p:ext uri="{BB962C8B-B14F-4D97-AF65-F5344CB8AC3E}">
        <p14:creationId xmlns:p14="http://schemas.microsoft.com/office/powerpoint/2010/main" val="3876524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>
          <a:xfrm>
            <a:off x="609600" y="940351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SCOPE AND MOTIVATION</a:t>
            </a: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>
          <a:xfrm>
            <a:off x="0" y="547688"/>
            <a:ext cx="9144000" cy="58086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/>
          </a:p>
          <a:p>
            <a:pPr marL="457200" lvl="1" indent="0">
              <a:buNone/>
            </a:pPr>
            <a:endParaRPr lang="en-IN"/>
          </a:p>
        </p:txBody>
      </p:sp>
      <p:sp>
        <p:nvSpPr>
          <p:cNvPr id="10486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4114800" cy="365125"/>
          </a:xfrm>
        </p:spPr>
        <p:txBody>
          <a:bodyPr/>
          <a:lstStyle/>
          <a:p>
            <a:r>
              <a:rPr lang="en-US"/>
              <a:t>DEPARTMENT OF COMPUTER SCIENCE AND ENGINEERING </a:t>
            </a:r>
          </a:p>
        </p:txBody>
      </p:sp>
      <p:pic>
        <p:nvPicPr>
          <p:cNvPr id="5" name="image1.jpg">
            <a:extLst>
              <a:ext uri="{FF2B5EF4-FFF2-40B4-BE49-F238E27FC236}">
                <a16:creationId xmlns:a16="http://schemas.microsoft.com/office/drawing/2014/main" id="{C1F968E4-4F1B-4BCD-B898-3C4AF48B22CA}"/>
              </a:ext>
            </a:extLst>
          </p:cNvPr>
          <p:cNvPicPr preferRelativeResize="0"/>
          <p:nvPr/>
        </p:nvPicPr>
        <p:blipFill>
          <a:blip r:embed="rId2" cstate="print"/>
          <a:stretch>
            <a:fillRect/>
          </a:stretch>
        </p:blipFill>
        <p:spPr>
          <a:xfrm>
            <a:off x="304800" y="266700"/>
            <a:ext cx="1447800" cy="685800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B50EF2-C174-ED31-A0AA-AB4F9B2E7259}"/>
              </a:ext>
            </a:extLst>
          </p:cNvPr>
          <p:cNvSpPr txBox="1"/>
          <p:nvPr/>
        </p:nvSpPr>
        <p:spPr>
          <a:xfrm>
            <a:off x="190500" y="2213432"/>
            <a:ext cx="9067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Motivation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To create a simple and trusted platform for students to exchange items within the campus.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To help students save money by providing affordable second-hand products.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To promote reuse and reduce waste by giving unused items a second life.</a:t>
            </a:r>
          </a:p>
          <a:p>
            <a:pPr lvl="0"/>
            <a:endParaRPr lang="en-IN"/>
          </a:p>
          <a:p>
            <a:r>
              <a:rPr lang="en-IN" b="1"/>
              <a:t>Scope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Students can list, search, buy, sell, and exchange items easily.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The platform can cover categories like books, electronics, stationery and other campus essentials.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It can be expanded to support multiple colleges, ratings, secure payments, and item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>
          <a:xfrm>
            <a:off x="-14748" y="596543"/>
            <a:ext cx="9144000" cy="533400"/>
          </a:xfrm>
        </p:spPr>
        <p:txBody>
          <a:bodyPr>
            <a:normAutofit fontScale="90000"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4860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</a:t>
            </a:r>
          </a:p>
        </p:txBody>
      </p:sp>
      <p:sp>
        <p:nvSpPr>
          <p:cNvPr id="1048604" name="Rectangle 2"/>
          <p:cNvSpPr>
            <a:spLocks noChangeArrowheads="1"/>
          </p:cNvSpPr>
          <p:nvPr/>
        </p:nvSpPr>
        <p:spPr bwMode="auto">
          <a:xfrm>
            <a:off x="0" y="4355721"/>
            <a:ext cx="9144000" cy="6001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1.jpg">
            <a:extLst>
              <a:ext uri="{FF2B5EF4-FFF2-40B4-BE49-F238E27FC236}">
                <a16:creationId xmlns:a16="http://schemas.microsoft.com/office/drawing/2014/main" id="{44E695F6-635C-48B6-B83D-6CB20AC88921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400" y="209465"/>
            <a:ext cx="1295400" cy="728749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151079-C5D9-25A6-5CEA-3AE251B035F8}"/>
              </a:ext>
            </a:extLst>
          </p:cNvPr>
          <p:cNvSpPr txBox="1"/>
          <p:nvPr/>
        </p:nvSpPr>
        <p:spPr>
          <a:xfrm>
            <a:off x="634181" y="1570499"/>
            <a:ext cx="3962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/>
              <a:t>Campus Swap is a technology-driven campus marketplace that connects students through a centralized platform for buying, selling, and exchanging pre-owned items.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/>
              <a:t>Campus-Centric Ecosystem: </a:t>
            </a:r>
            <a:r>
              <a:rPr lang="en-IN" sz="1600"/>
              <a:t>Focuses on student-to-student transactions, making exchanges more relevant than generic marketplaces.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/>
              <a:t>Real-Time Information: </a:t>
            </a:r>
            <a:r>
              <a:rPr lang="en-IN" sz="1600"/>
              <a:t>Provides updated item availability, pricing, condition, and seller details.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/>
              <a:t>User-Friendly Platform: </a:t>
            </a:r>
            <a:r>
              <a:rPr lang="en-IN" sz="1600"/>
              <a:t>Streamlines the complete process from listing an item to connecting with a potential buyer.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/>
              <a:t>Scalable Architecture: </a:t>
            </a:r>
            <a:r>
              <a:rPr lang="en-IN" sz="1600"/>
              <a:t>Can be extended with features such as recommendation systems, notifications, ratings, secure authentication, and online payments.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653ACB-357D-B3AE-4A75-C2DB3459C1B6}"/>
              </a:ext>
            </a:extLst>
          </p:cNvPr>
          <p:cNvSpPr txBox="1"/>
          <p:nvPr/>
        </p:nvSpPr>
        <p:spPr>
          <a:xfrm>
            <a:off x="2362200" y="4495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997C19-71EE-F9B7-8900-424D07B81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778" y="1748451"/>
            <a:ext cx="3962399" cy="40427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>
          <a:xfrm>
            <a:off x="472751" y="304800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SOFTWARES USED</a:t>
            </a:r>
          </a:p>
        </p:txBody>
      </p:sp>
      <p:sp>
        <p:nvSpPr>
          <p:cNvPr id="104860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</a:t>
            </a:r>
          </a:p>
        </p:txBody>
      </p:sp>
      <p:pic>
        <p:nvPicPr>
          <p:cNvPr id="5" name="image1.jpg">
            <a:extLst>
              <a:ext uri="{FF2B5EF4-FFF2-40B4-BE49-F238E27FC236}">
                <a16:creationId xmlns:a16="http://schemas.microsoft.com/office/drawing/2014/main" id="{92834BA5-2A5C-454E-87C3-E2FE00C64352}"/>
              </a:ext>
            </a:extLst>
          </p:cNvPr>
          <p:cNvPicPr preferRelativeResize="0"/>
          <p:nvPr/>
        </p:nvPicPr>
        <p:blipFill>
          <a:blip r:embed="rId2" cstate="print"/>
          <a:stretch>
            <a:fillRect/>
          </a:stretch>
        </p:blipFill>
        <p:spPr>
          <a:xfrm>
            <a:off x="472751" y="152400"/>
            <a:ext cx="1447800" cy="68580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94C2E8-F702-7753-3809-800972AC6154}"/>
              </a:ext>
            </a:extLst>
          </p:cNvPr>
          <p:cNvSpPr txBox="1"/>
          <p:nvPr/>
        </p:nvSpPr>
        <p:spPr>
          <a:xfrm>
            <a:off x="860322" y="2030591"/>
            <a:ext cx="7940351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Visual Studio Code (VS Code)</a:t>
            </a:r>
            <a:r>
              <a:rPr lang="en-IN" sz="2000" dirty="0"/>
              <a:t> – Code development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GitHub Desktop</a:t>
            </a:r>
            <a:r>
              <a:rPr lang="en-IN" sz="2000" dirty="0"/>
              <a:t> – Git repository management and synchronization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MySQL Workbench</a:t>
            </a:r>
            <a:r>
              <a:rPr lang="en-IN" sz="2000" dirty="0"/>
              <a:t> – Database design and management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Postman</a:t>
            </a:r>
            <a:r>
              <a:rPr lang="en-IN" sz="2000" dirty="0"/>
              <a:t> – API testing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Figma</a:t>
            </a:r>
            <a:r>
              <a:rPr lang="en-IN" sz="2000" dirty="0"/>
              <a:t> – UI/UX design and prototyping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Chrome Dev Tools</a:t>
            </a:r>
            <a:r>
              <a:rPr lang="en-IN" sz="2000" dirty="0"/>
              <a:t> – Debugging and frontend testing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DB Browser for SQLite</a:t>
            </a:r>
            <a:r>
              <a:rPr lang="en-IN" sz="2000" dirty="0"/>
              <a:t> – Database inspection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1721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>
          <a:xfrm>
            <a:off x="491412" y="94738"/>
            <a:ext cx="8229600" cy="1143000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LIST OF MODULES</a:t>
            </a:r>
          </a:p>
        </p:txBody>
      </p:sp>
      <p:sp>
        <p:nvSpPr>
          <p:cNvPr id="104860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</a:t>
            </a:r>
          </a:p>
        </p:txBody>
      </p:sp>
      <p:pic>
        <p:nvPicPr>
          <p:cNvPr id="5" name="image1.jpg">
            <a:extLst>
              <a:ext uri="{FF2B5EF4-FFF2-40B4-BE49-F238E27FC236}">
                <a16:creationId xmlns:a16="http://schemas.microsoft.com/office/drawing/2014/main" id="{6B4BB9CA-0C9F-4605-9921-59EE0E9BAC0E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91412" y="223750"/>
            <a:ext cx="1337388" cy="690649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E41EB0-FB0D-9856-DCC6-749C8E584D6E}"/>
              </a:ext>
            </a:extLst>
          </p:cNvPr>
          <p:cNvSpPr txBox="1"/>
          <p:nvPr/>
        </p:nvSpPr>
        <p:spPr>
          <a:xfrm>
            <a:off x="660918" y="1359376"/>
            <a:ext cx="7890588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HTML</a:t>
            </a:r>
            <a:r>
              <a:rPr lang="en-IN" dirty="0"/>
              <a:t> – Used to structure the webpages and organize content such as item listings, forms, and user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CSS</a:t>
            </a:r>
            <a:r>
              <a:rPr lang="en-IN" dirty="0"/>
              <a:t> – Used to design the interface, improve visual appearance, and create a responsive layout.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JavaScript</a:t>
            </a:r>
            <a:r>
              <a:rPr lang="en-IN" dirty="0"/>
              <a:t> – Used to add interactivity and provide a smoother user experience.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Flask</a:t>
            </a:r>
            <a:r>
              <a:rPr lang="en-IN" dirty="0"/>
              <a:t> – Used as the backend framework to handle user requests, routing, authentication, and application logic.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SQL Alchemy</a:t>
            </a:r>
            <a:r>
              <a:rPr lang="en-IN" dirty="0"/>
              <a:t> – Used as an ORM to efficiently interact with the database using Python objects instead of writing SQL for every operation.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MySQL</a:t>
            </a:r>
            <a:r>
              <a:rPr lang="en-IN" dirty="0"/>
              <a:t> – Used to store user accounts, item details, listings, and other application 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Jinja2</a:t>
            </a:r>
            <a:r>
              <a:rPr lang="en-IN" dirty="0"/>
              <a:t> – Used to dynamically display database content on HTML pages and create reusable templates.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Git &amp; GitHub</a:t>
            </a:r>
            <a:r>
              <a:rPr lang="en-IN" dirty="0"/>
              <a:t> – Used for version control, collaboration, and maintaining the project's source code.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Bootstrap</a:t>
            </a:r>
            <a:r>
              <a:rPr lang="en-IN" dirty="0"/>
              <a:t> – UI components and responsive design </a:t>
            </a:r>
          </a:p>
          <a:p>
            <a:pPr lvl="0"/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>
          <a:xfrm>
            <a:off x="798469" y="727183"/>
            <a:ext cx="8112015" cy="1143000"/>
          </a:xfrm>
        </p:spPr>
        <p:txBody>
          <a:bodyPr>
            <a:normAutofit fontScale="90000"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SIMILAR PROJECTS IDENTIFIED</a:t>
            </a:r>
          </a:p>
        </p:txBody>
      </p:sp>
      <p:sp>
        <p:nvSpPr>
          <p:cNvPr id="104860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4038600" cy="365125"/>
          </a:xfrm>
        </p:spPr>
        <p:txBody>
          <a:bodyPr/>
          <a:lstStyle/>
          <a:p>
            <a:r>
              <a:rPr lang="en-US"/>
              <a:t>DEPARTMENT OF COMPUTER SCIENCE AND ENGINEERING </a:t>
            </a:r>
          </a:p>
        </p:txBody>
      </p:sp>
      <p:pic>
        <p:nvPicPr>
          <p:cNvPr id="5" name="image1.jpg">
            <a:extLst>
              <a:ext uri="{FF2B5EF4-FFF2-40B4-BE49-F238E27FC236}">
                <a16:creationId xmlns:a16="http://schemas.microsoft.com/office/drawing/2014/main" id="{FE9C6AB5-6AC7-408A-AB78-8AAF7B70A085}"/>
              </a:ext>
            </a:extLst>
          </p:cNvPr>
          <p:cNvPicPr preferRelativeResize="0"/>
          <p:nvPr/>
        </p:nvPicPr>
        <p:blipFill>
          <a:blip r:embed="rId2" cstate="print"/>
          <a:stretch>
            <a:fillRect/>
          </a:stretch>
        </p:blipFill>
        <p:spPr>
          <a:xfrm>
            <a:off x="228600" y="279918"/>
            <a:ext cx="1447800" cy="685800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B46199-F250-F2A8-08C8-616C34D8D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1" y="3505200"/>
            <a:ext cx="4427376" cy="24826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BCEED5-FE8C-9F23-47D3-9FAFECCFF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24" y="3505200"/>
            <a:ext cx="4122576" cy="24826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9839E9-C5DF-C063-563B-C3EBB38C735B}"/>
              </a:ext>
            </a:extLst>
          </p:cNvPr>
          <p:cNvSpPr txBox="1"/>
          <p:nvPr/>
        </p:nvSpPr>
        <p:spPr>
          <a:xfrm>
            <a:off x="220824" y="1828562"/>
            <a:ext cx="89154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/>
              <a:t>Helper Platform: </a:t>
            </a:r>
            <a:r>
              <a:rPr lang="en-IN" sz="1600"/>
              <a:t>A college-focused digital platform that provides students with academic resources such as CGPA calculation and previous-year question papers.</a:t>
            </a:r>
          </a:p>
          <a:p>
            <a:endParaRPr lang="en-IN" sz="1600"/>
          </a:p>
          <a:p>
            <a:r>
              <a:rPr lang="en-IN" sz="1600" b="1"/>
              <a:t>Campus Swap: </a:t>
            </a:r>
            <a:r>
              <a:rPr lang="en-IN" sz="1600"/>
              <a:t>Similar in its student-centric and college-specific approach, but focuses on buying, selling, and exchanging items among students rather than academic resources.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157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>
          <a:xfrm>
            <a:off x="762000" y="190500"/>
            <a:ext cx="8229600" cy="114300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WEBSOURCES REFEREED</a:t>
            </a:r>
          </a:p>
        </p:txBody>
      </p:sp>
      <p:sp>
        <p:nvSpPr>
          <p:cNvPr id="104860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</a:t>
            </a:r>
          </a:p>
        </p:txBody>
      </p:sp>
      <p:pic>
        <p:nvPicPr>
          <p:cNvPr id="5" name="image1.jpg">
            <a:extLst>
              <a:ext uri="{FF2B5EF4-FFF2-40B4-BE49-F238E27FC236}">
                <a16:creationId xmlns:a16="http://schemas.microsoft.com/office/drawing/2014/main" id="{6DBB7C46-2C63-428B-BA1F-0B4BE5ED22DC}"/>
              </a:ext>
            </a:extLst>
          </p:cNvPr>
          <p:cNvPicPr preferRelativeResize="0"/>
          <p:nvPr/>
        </p:nvPicPr>
        <p:blipFill>
          <a:blip r:embed="rId2" cstate="print"/>
          <a:stretch>
            <a:fillRect/>
          </a:stretch>
        </p:blipFill>
        <p:spPr>
          <a:xfrm>
            <a:off x="435429" y="76200"/>
            <a:ext cx="1447800" cy="68580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965CE-C638-078A-0CFE-922906113DF0}"/>
              </a:ext>
            </a:extLst>
          </p:cNvPr>
          <p:cNvSpPr txBox="1"/>
          <p:nvPr/>
        </p:nvSpPr>
        <p:spPr>
          <a:xfrm>
            <a:off x="435429" y="1524000"/>
            <a:ext cx="831528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Flask SQL Alchemy Documentation: </a:t>
            </a:r>
            <a:r>
              <a:rPr lang="en-IN" dirty="0">
                <a:hlinkClick r:id="rId3"/>
              </a:rPr>
              <a:t>https://flask-sqlalchemy.readthedocs.io</a:t>
            </a:r>
            <a:endParaRPr lang="en-I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Bootstrap UI/UX Designing: </a:t>
            </a:r>
            <a:r>
              <a:rPr lang="en-IN" dirty="0">
                <a:hlinkClick r:id="rId4"/>
              </a:rPr>
              <a:t>https://getbootstrap.com/docs/5.3</a:t>
            </a:r>
            <a:endParaRPr lang="en-I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DB Browser: </a:t>
            </a:r>
            <a:r>
              <a:rPr lang="en-IN" dirty="0">
                <a:hlinkClick r:id="rId5"/>
              </a:rPr>
              <a:t>https://sqlitebrowser.org/about/</a:t>
            </a:r>
            <a:endParaRPr lang="en-I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MDN Web Docs: </a:t>
            </a:r>
            <a:r>
              <a:rPr lang="en-IN" dirty="0">
                <a:hlinkClick r:id="rId6"/>
              </a:rPr>
              <a:t>https://developer.mozilla.org/</a:t>
            </a:r>
            <a:endParaRPr lang="en-I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Jinja2 Template: </a:t>
            </a:r>
            <a:r>
              <a:rPr lang="en-IN" dirty="0">
                <a:hlinkClick r:id="rId7"/>
              </a:rPr>
              <a:t>https://jinja.palletsprojects.com/</a:t>
            </a:r>
            <a:endParaRPr lang="en-I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I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I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3556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7E16D-0CB8-4207-896D-192506479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SAMPLE INPUT &amp;OUTPUT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B11A0-935E-4F67-94F8-617A25FAD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</a:t>
            </a:r>
          </a:p>
        </p:txBody>
      </p:sp>
      <p:pic>
        <p:nvPicPr>
          <p:cNvPr id="5" name="image1.jpg">
            <a:extLst>
              <a:ext uri="{FF2B5EF4-FFF2-40B4-BE49-F238E27FC236}">
                <a16:creationId xmlns:a16="http://schemas.microsoft.com/office/drawing/2014/main" id="{AE5EF4BC-5E4E-456F-8EEE-2D8FB073F346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65306"/>
            <a:ext cx="1600200" cy="649093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B09C3C-6BE1-EA1C-A313-3F4F2FE9515B}"/>
              </a:ext>
            </a:extLst>
          </p:cNvPr>
          <p:cNvSpPr txBox="1"/>
          <p:nvPr/>
        </p:nvSpPr>
        <p:spPr>
          <a:xfrm>
            <a:off x="228600" y="1630917"/>
            <a:ext cx="891540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Entering the Item to be listed     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Listings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D3E069-C2C3-1D9A-389A-11CFC5368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74" y="2639583"/>
            <a:ext cx="4671552" cy="30532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51892D-1B07-E9AD-6288-17EF9F8C0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0152" y="2639583"/>
            <a:ext cx="4122174" cy="286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041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924</Words>
  <Application>Microsoft Office PowerPoint</Application>
  <PresentationFormat>On-screen Show (4:3)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Times New Roman</vt:lpstr>
      <vt:lpstr>Office Theme</vt:lpstr>
      <vt:lpstr>SRM INSTITUTE OF SCIENCE AND TECHNOLOGY Ramapuram, Chennai – 600 089  DEPARTMENT OF COMPUTER SCIENCE AND ENGINEERING</vt:lpstr>
      <vt:lpstr>  INTRODUCTION TO PARADIGM </vt:lpstr>
      <vt:lpstr>     Campus Swap- Book, Belongings Exchange Platform </vt:lpstr>
      <vt:lpstr>ABSTRACT</vt:lpstr>
      <vt:lpstr>SCOPE AND MOTIVATION</vt:lpstr>
      <vt:lpstr>INTRODUCTION</vt:lpstr>
      <vt:lpstr> SOFTWARES USED</vt:lpstr>
      <vt:lpstr>LIST OF MODULES</vt:lpstr>
      <vt:lpstr>SIMILAR PROJECTS IDENTIFIED</vt:lpstr>
      <vt:lpstr>WEBSOURCES REFEREED</vt:lpstr>
      <vt:lpstr> SAMPLE INPUT &amp;OUTPUT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SRM INSTITUTE OF SCIENCE AND TECHNOLOGY Ramapuram Campus , Chennai – 600 089 DEPARTMENT OF COMPUTER SCIENCE AND ENGINEERING</dc:title>
  <dc:creator>DELL</dc:creator>
  <cp:lastModifiedBy>Pranay Desu</cp:lastModifiedBy>
  <cp:revision>1</cp:revision>
  <dcterms:created xsi:type="dcterms:W3CDTF">2023-07-25T16:49:14Z</dcterms:created>
  <dcterms:modified xsi:type="dcterms:W3CDTF">2026-08-14T12:26:44Z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042033090bac456d96b23a5766ea005b</vt:lpwstr>
  </property>
</Properties>
</file>